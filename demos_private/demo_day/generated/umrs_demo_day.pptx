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media/image2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192045-7242-4919-B185-284A7FB256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AE63AD-4A2D-4DD6-8D1B-8C4ED4E242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5087EF8-AA78-4BB4-B70C-E1FBBCE44EA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1005840" y="640080"/>
            <a:ext cx="10149840" cy="640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UMRS Demo Day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188720" y="1691640"/>
            <a:ext cx="9875520" cy="4389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Unified Multimodal Retrieval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RAG, SAM3.1 segmentation, and HMAE reconstruction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Validated against rccs-cloud profile on 2026-07-20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005840" y="6263640"/>
            <a:ext cx="10058400" cy="346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UMRS Demo Day | rccs-cloud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 txBox="1"/>
          <p:nvPr/>
        </p:nvSpPr>
        <p:spPr>
          <a:xfrm>
            <a:off x="1005840" y="640080"/>
            <a:ext cx="10149840" cy="640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UMRS Does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188720" y="1691640"/>
            <a:ext cx="9875520" cy="4389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Receives multimodal data through isolated bucket aliases.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Coordinates durable jobs, workflows, model access, and result storage.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Runs HPC workloads through Slurm and controlled container runtimes.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Keeps client, storage, database, and GPU ownership separate.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005840" y="6263640"/>
            <a:ext cx="10058400" cy="346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UMRS Demo Day | rccs-cloud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1005840" y="640080"/>
            <a:ext cx="10149840" cy="640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Architecture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188720" y="1691640"/>
            <a:ext cx="4663440" cy="4389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umrs-client and r4 are user-facing clients.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UMRS owns durable workflow and job semantics.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MinIO/S3 carries inputs and generated outputs.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PostgreSQL/pgvector stores RAG state; Slurm hosts GPU execution.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400800" y="1828800"/>
            <a:ext cx="4663440" cy="274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"/>
          <p:cNvSpPr txBox="1"/>
          <p:nvPr/>
        </p:nvSpPr>
        <p:spPr>
          <a:xfrm>
            <a:off x="1005840" y="6263640"/>
            <a:ext cx="10058400" cy="346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UMRS Demo Day | rccs-cloud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1005840" y="640080"/>
            <a:ext cx="10149840" cy="640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Live Environment Evidence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188720" y="1691640"/>
            <a:ext cx="9875520" cy="4389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rccs-cloud server reachable: data0.ai.r-ccs.riken.jp:50090.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35 system model registrations, including hmae and sam3.1.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Experience add followed by reload created six synchronized aliases.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bucket and all private aliases are isolated by modality and task.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005840" y="6263640"/>
            <a:ext cx="10058400" cy="346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UMRS Demo Day | rccs-cloud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 txBox="1"/>
          <p:nvPr/>
        </p:nvSpPr>
        <p:spPr>
          <a:xfrm>
            <a:off x="1005840" y="640080"/>
            <a:ext cx="10149840" cy="640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Demo 1: Text RAG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188720" y="1691640"/>
            <a:ext cx="9875520" cy="4389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mnagaso3-text for document ingestion and embeddings.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Upload a directory of text files, then inspect data list and status.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 pipeline creation requires a valid JSON pipeline file for r4.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Narrative: object storage input -&gt; embedding/indexing -&gt; retrieval-ready corpus.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005840" y="6263640"/>
            <a:ext cx="10058400" cy="346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UMRS Demo Day | rccs-cloud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 txBox="1"/>
          <p:nvPr/>
        </p:nvSpPr>
        <p:spPr>
          <a:xfrm>
            <a:off x="1005840" y="640080"/>
            <a:ext cx="10149840" cy="640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Demo 2: SAM3.1 Segmentation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188720" y="1691640"/>
            <a:ext cx="9875520" cy="4389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demo-defect, provisioned as image / segmentation.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Live upload of Cat_1.jpg completed with status=ok.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registration is facebook/sam2-hiera-small through the SAM3 adapter.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Download target is the paired output bucket, not the input bucket.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005840" y="6263640"/>
            <a:ext cx="10058400" cy="346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UMRS Demo Day | rccs-cloud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 txBox="1"/>
          <p:nvPr/>
        </p:nvSpPr>
        <p:spPr>
          <a:xfrm>
            <a:off x="1005840" y="640080"/>
            <a:ext cx="10149840" cy="640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Demo 3: HMAE Reconstruction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1188720" y="1691640"/>
            <a:ext cx="9875520" cy="4389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demo-hmae for reconstruction; companion aliases support MAE and features.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Live upload of Cat_1.jpg completed with status=ok.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HMAE ViT-B is registered as a vision model in the experience.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Show output only after server-side execution creates artifacts in the output bucket.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005840" y="6263640"/>
            <a:ext cx="10058400" cy="346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UMRS Demo Day | rccs-cloud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 txBox="1"/>
          <p:nvPr/>
        </p:nvSpPr>
        <p:spPr>
          <a:xfrm>
            <a:off x="1005840" y="640080"/>
            <a:ext cx="10149840" cy="640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Private Experience Provisioning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1188720" y="1691640"/>
            <a:ext cx="9875520" cy="4389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Normal flow: experience add &lt;experience.json&gt; --update, then reload.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Verified aliases: demo-defect, demo-hmae, demo-hmae-mae, demo-hmae-features, demo-opossum.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Provisioning succeeded; no text-bucket fallback is used for vision workloads.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HMAE experience definitions merge by xp_name; full pipeline aliases are present after reload.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1005840" y="6263640"/>
            <a:ext cx="10058400" cy="346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UMRS Demo Day | rccs-cloud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 txBox="1"/>
          <p:nvPr/>
        </p:nvSpPr>
        <p:spPr>
          <a:xfrm>
            <a:off x="1005840" y="640080"/>
            <a:ext cx="10149840" cy="640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Runbook Reality Check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188720" y="1691640"/>
            <a:ext cx="9875520" cy="4389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 directories must exist before data download.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Current upload checks prove S3 ingestion, not completed GPU inference.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After test uploads, status all showed server idle and no generated outputs were observed.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Opossum is provisioned but lacks a repository MP4 fixture for end-to-end execution.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005840" y="6263640"/>
            <a:ext cx="10058400" cy="346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UMRS Demo Day | rccs-cloud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 txBox="1"/>
          <p:nvPr/>
        </p:nvSpPr>
        <p:spPr>
          <a:xfrm>
            <a:off x="1005840" y="640080"/>
            <a:ext cx="10149840" cy="640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Demo Sequence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188720" y="1691640"/>
            <a:ext cx="9875520" cy="4389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umrs-client --profile rccs-cloud ping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umrs-client --profile rccs-cloud bucket list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Text upload to mnagaso3-text and RAG inspection.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SAM3 upload to demo-defect, then monitor and download output when job appears.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HMAE upload to demo-hmae, then monitor and download output when job appears.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 Show doctor report and explain operational follow-up for idle processing.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005840" y="6263640"/>
            <a:ext cx="10058400" cy="346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UMRS Demo Day | rccs-cloud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LibreOffice/25.8.7.3$Linux_X86_64 LibreOffice_project/580$Build-3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